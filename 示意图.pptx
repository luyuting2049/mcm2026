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D5D5"/>
    <a:srgbClr val="5C9F9B"/>
    <a:srgbClr val="FFFFFF"/>
    <a:srgbClr val="80A391"/>
    <a:srgbClr val="AFD3C7"/>
    <a:srgbClr val="99B9A9"/>
    <a:srgbClr val="C6D8D8"/>
    <a:srgbClr val="B2D6CA"/>
    <a:srgbClr val="9BBBAC"/>
    <a:srgbClr val="81A5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D5DC89-F211-47CA-8844-E466D684A4D7}" v="199" dt="2026-02-01T13:28:09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3" autoAdjust="0"/>
    <p:restoredTop sz="94660"/>
  </p:normalViewPr>
  <p:slideViewPr>
    <p:cSldViewPr snapToGrid="0">
      <p:cViewPr varScale="1">
        <p:scale>
          <a:sx n="89" d="100"/>
          <a:sy n="89" d="100"/>
        </p:scale>
        <p:origin x="8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"/>
          <c:y val="5.9756550870704701E-2"/>
          <c:w val="0.96693431253844009"/>
          <c:h val="0.92266799299085278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系列1</c:v>
                </c:pt>
              </c:strCache>
            </c:strRef>
          </c:tx>
          <c:explosion val="6"/>
          <c:dPt>
            <c:idx val="0"/>
            <c:bubble3D val="0"/>
            <c:spPr>
              <a:solidFill>
                <a:srgbClr val="B2D6CA"/>
              </a:solidFill>
              <a:ln w="25400">
                <a:solidFill>
                  <a:schemeClr val="accent1"/>
                </a:solidFill>
              </a:ln>
              <a:effectLst/>
              <a:sp3d contourW="25400">
                <a:contourClr>
                  <a:schemeClr val="accen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2D34-4578-856B-524A2A1ED235}"/>
              </c:ext>
            </c:extLst>
          </c:dPt>
          <c:dPt>
            <c:idx val="1"/>
            <c:bubble3D val="0"/>
            <c:spPr>
              <a:solidFill>
                <a:srgbClr val="C6D8D8"/>
              </a:solidFill>
              <a:ln w="25400">
                <a:solidFill>
                  <a:schemeClr val="accent2"/>
                </a:solidFill>
              </a:ln>
              <a:effectLst/>
              <a:sp3d contourW="25400">
                <a:contourClr>
                  <a:schemeClr val="accent2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2D34-4578-856B-524A2A1ED235}"/>
              </c:ext>
            </c:extLst>
          </c:dPt>
          <c:dPt>
            <c:idx val="2"/>
            <c:bubble3D val="0"/>
            <c:explosion val="4"/>
            <c:spPr>
              <a:solidFill>
                <a:srgbClr val="5DA29D"/>
              </a:solidFill>
              <a:ln w="25400">
                <a:solidFill>
                  <a:schemeClr val="accent3"/>
                </a:solidFill>
              </a:ln>
              <a:effectLst/>
              <a:sp3d contourW="25400">
                <a:contourClr>
                  <a:schemeClr val="accent3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2D34-4578-856B-524A2A1ED235}"/>
              </c:ext>
            </c:extLst>
          </c:dPt>
          <c:dPt>
            <c:idx val="3"/>
            <c:bubble3D val="0"/>
            <c:spPr>
              <a:solidFill>
                <a:srgbClr val="81A593"/>
              </a:solidFill>
              <a:ln w="25400">
                <a:solidFill>
                  <a:schemeClr val="accent4"/>
                </a:solidFill>
              </a:ln>
              <a:effectLst/>
              <a:sp3d contourW="25400">
                <a:contourClr>
                  <a:schemeClr val="accent4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2D34-4578-856B-524A2A1ED235}"/>
              </c:ext>
            </c:extLst>
          </c:dPt>
          <c:dPt>
            <c:idx val="4"/>
            <c:bubble3D val="0"/>
            <c:spPr>
              <a:solidFill>
                <a:srgbClr val="9BBBAC"/>
              </a:solidFill>
              <a:ln w="25400">
                <a:solidFill>
                  <a:schemeClr val="accent4"/>
                </a:solidFill>
              </a:ln>
              <a:effectLst/>
              <a:sp3d contourW="25400">
                <a:contourClr>
                  <a:schemeClr val="accent4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2D34-4578-856B-524A2A1ED235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6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6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25400">
                <a:solidFill>
                  <a:schemeClr val="accent6"/>
                </a:solidFill>
              </a:ln>
              <a:effectLst/>
              <a:sp3d contourW="25400">
                <a:contourClr>
                  <a:schemeClr val="accent6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2D34-4578-856B-524A2A1ED235}"/>
              </c:ext>
            </c:extLst>
          </c:dPt>
          <c:cat>
            <c:strRef>
              <c:f>Sheet1!$A$2:$A$6</c:f>
              <c:strCache>
                <c:ptCount val="5"/>
                <c:pt idx="0">
                  <c:v>分类1</c:v>
                </c:pt>
                <c:pt idx="1">
                  <c:v>分类2</c:v>
                </c:pt>
                <c:pt idx="2">
                  <c:v>分类3</c:v>
                </c:pt>
                <c:pt idx="3">
                  <c:v>分类4</c:v>
                </c:pt>
                <c:pt idx="4">
                  <c:v>分类5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B9-4CBA-BA52-AC1DD8A309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系列2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1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1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2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2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3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3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4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4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5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5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</c:dPt>
          <c:cat>
            <c:strRef>
              <c:f>Sheet1!$A$2:$A$6</c:f>
              <c:strCache>
                <c:ptCount val="5"/>
                <c:pt idx="0">
                  <c:v>分类1</c:v>
                </c:pt>
                <c:pt idx="1">
                  <c:v>分类2</c:v>
                </c:pt>
                <c:pt idx="2">
                  <c:v>分类3</c:v>
                </c:pt>
                <c:pt idx="3">
                  <c:v>分类4</c:v>
                </c:pt>
                <c:pt idx="4">
                  <c:v>分类5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2F1-4B8B-A75F-926D6095CD2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系列3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1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1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2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2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3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3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4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4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5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5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</c:dPt>
          <c:cat>
            <c:strRef>
              <c:f>Sheet1!$A$2:$A$6</c:f>
              <c:strCache>
                <c:ptCount val="5"/>
                <c:pt idx="0">
                  <c:v>分类1</c:v>
                </c:pt>
                <c:pt idx="1">
                  <c:v>分类2</c:v>
                </c:pt>
                <c:pt idx="2">
                  <c:v>分类3</c:v>
                </c:pt>
                <c:pt idx="3">
                  <c:v>分类4</c:v>
                </c:pt>
                <c:pt idx="4">
                  <c:v>分类5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32F1-4B8B-A75F-926D6095CD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 w="25400">
          <a:noFill/>
        </a:ln>
        <a:effectLst/>
      </c:spPr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5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0.48907</cdr:x>
      <cdr:y>0.37222</cdr:y>
    </cdr:from>
    <cdr:to>
      <cdr:x>0.51093</cdr:x>
      <cdr:y>0.62778</cdr:y>
    </cdr:to>
    <cdr:sp macro="" textlink="">
      <cdr:nvSpPr>
        <cdr:cNvPr id="2" name="矩形 1">
          <a:extLst xmlns:a="http://schemas.openxmlformats.org/drawingml/2006/main">
            <a:ext uri="{FF2B5EF4-FFF2-40B4-BE49-F238E27FC236}">
              <a16:creationId xmlns:a16="http://schemas.microsoft.com/office/drawing/2014/main" id="{9438EBAD-D334-BC1E-E9D2-9925FB707F4E}"/>
            </a:ext>
          </a:extLst>
        </cdr:cNvPr>
        <cdr:cNvSpPr/>
      </cdr:nvSpPr>
      <cdr:spPr>
        <a:xfrm xmlns:a="http://schemas.openxmlformats.org/drawingml/2006/main">
          <a:off x="4132558" y="1344831"/>
          <a:ext cx="184730" cy="92333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lIns="91440" tIns="45720" rIns="91440" bIns="45720">
          <a:spAutoFit/>
        </a:bodyPr>
        <a:lstStyle xmlns:a="http://schemas.openxmlformats.org/drawingml/2006/main"/>
        <a:p xmlns:a="http://schemas.openxmlformats.org/drawingml/2006/main">
          <a:pPr algn="ctr"/>
          <a:endParaRPr lang="zh-CN" altLang="en-US" sz="5400" b="1" cap="none" spc="0" dirty="0">
            <a:ln w="10160">
              <a:solidFill>
                <a:schemeClr val="accent5"/>
              </a:solidFill>
              <a:prstDash val="solid"/>
            </a:ln>
            <a:solidFill>
              <a:srgbClr val="FFFFFF"/>
            </a:solidFill>
            <a:effectLst>
              <a:outerShdw blurRad="38100" dist="22860" dir="5400000" algn="tl" rotWithShape="0">
                <a:srgbClr val="000000">
                  <a:alpha val="30000"/>
                </a:srgbClr>
              </a:outerShdw>
            </a:effectLst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4BD51-1068-49CB-8C80-C5946126EC4A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C5DDB-BD02-4955-95CB-085AFA1C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64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7EF57B-2647-8B04-C1E1-8D9840F45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CA5ED0-7FC5-3833-43A6-D057EC085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EBD6A0-6721-4A2E-3A03-9195CE973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0AF9-58BD-437E-A727-8A572C6907A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1F3BED-7660-6FDC-C62D-B2A52777D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F95058-6B54-1B14-EF79-D6DE611A2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ECC1-9ECE-4F65-B71A-FCF563016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321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64733A-ABBB-0766-52BF-9B33121F3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7316D7-18FB-22F2-E0AC-0A931C475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6B6CA0-663A-2FB5-221D-AC26B2C1F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0AF9-58BD-437E-A727-8A572C6907A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787E64-C882-89A7-8804-531866AD2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ED4859-0962-DD8D-3F6E-0E280CD63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ECC1-9ECE-4F65-B71A-FCF563016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724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C81ED-E1DC-56B0-A10E-B876B4B47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BA3476-434F-F03E-A88B-4CAAF639F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355059-D41E-CEA6-1BD3-0CFC43670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0AF9-58BD-437E-A727-8A572C6907A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96F945-7ACE-D184-E008-7BCD108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15A06C-1D1E-0D8A-6831-C3E6A4E2F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ECC1-9ECE-4F65-B71A-FCF563016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69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F94232-6FF4-7D25-EF0A-1E4044CBB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214671-FC8F-6F20-2DD7-82576858E1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255770-20B5-F7E4-9A4A-A3CD8550C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FAE6AA-B10C-983B-6B9D-34061DC41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0AF9-58BD-437E-A727-8A572C6907A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A25A69-6BFB-758E-E3E7-A6CC71F02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58A88B-9022-A836-BC13-D3FE966B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ECC1-9ECE-4F65-B71A-FCF563016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45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C55F3D-D55E-DA06-9AA4-88A490DC0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D1635B-B531-401B-0B96-137C115A0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8D71F2-3D8F-1737-22BE-60FB1911E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E63497-40D2-0DCA-4AB0-23CC95BE4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35B1967-D0F1-99B6-B8CC-20207A15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99EB71E-5FB2-49AD-CA38-95E9E5DAD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0AF9-58BD-437E-A727-8A572C6907A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107547-8914-A63F-B5A2-47BDB8174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2CE250A-C85E-108B-6ABB-0A760CA1E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ECC1-9ECE-4F65-B71A-FCF563016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336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4E0778-47B9-B185-2AD7-95E79C540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E53861D-9894-C891-91AE-CD1778E1E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0AF9-58BD-437E-A727-8A572C6907A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6FA94E-BD84-0EAF-DCB0-66D0870F6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CE7C2A-BDB8-093B-DCA0-CAF2BF8F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ECC1-9ECE-4F65-B71A-FCF563016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8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C46DA78-451C-D302-95C6-C1566595B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0AF9-58BD-437E-A727-8A572C6907A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685AFF-37F6-3E8C-A653-FF8EA95FD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60504-E384-AF2B-458A-58BBF51F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ECC1-9ECE-4F65-B71A-FCF563016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556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5F0CB5-4808-2B69-6E11-14F0B0775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2925D0-EC8F-B6A0-E275-293127B99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4150F5-51B6-29E0-D485-ABFF46711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63EE77-0A90-9C40-621D-79EEA76DA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0AF9-58BD-437E-A727-8A572C6907A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77E03D-55D6-D95F-157F-F4B9E6BB8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95533A-26B1-11AE-C986-39C772B52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ECC1-9ECE-4F65-B71A-FCF563016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153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11F5E5-2173-E968-A8CB-21DD3DF4A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2C2BF80-C584-3490-933D-29A0F8605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6D6D9B-33B5-3B74-C0FA-37E4B261C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5C973B-D8BA-348A-4BD7-7E8AC6C8B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0AF9-58BD-437E-A727-8A572C6907A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79BF8D-4B9E-0944-AFC6-929BC8637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0F27AF-ABCF-2B5D-62DA-569E1887E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ECC1-9ECE-4F65-B71A-FCF563016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39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CD07C3-0D7F-79AA-7EE8-5F6EFE4EE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6D0283-C825-5F59-B5F2-C7727A23B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3CBCE1-A1AC-09A2-B996-88E94B414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0AF9-58BD-437E-A727-8A572C6907A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17AD8F-549E-C7AF-A5A6-E600594D6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623405-BB6F-3941-EFB3-23C38D664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ECC1-9ECE-4F65-B71A-FCF563016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687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2D24051-5B28-DC44-DF53-24950C9B64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86F00B-7772-3805-A521-637FAB57B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C4BD56-014A-5ECD-E266-002E6FDA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0AF9-58BD-437E-A727-8A572C6907A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E9C06A-4430-3D53-FA68-F6013C624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5DC66C-2A55-552B-2576-DC2AAC5E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ECC1-9ECE-4F65-B71A-FCF563016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57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44BA29-E1B6-F99A-EA6D-EB07A71C1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CEF231-C3C9-540A-9FD0-2E82EF26B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C4D8D1-001C-24C5-A78F-BDE00244CD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BC0AF9-58BD-437E-A727-8A572C6907A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AFC92E-AC6E-8BDE-53DD-C6D3D14B35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BC7CCD-E95B-8647-6288-C7F54E472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22ECC1-9ECE-4F65-B71A-FCF563016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10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立方体 90">
            <a:extLst>
              <a:ext uri="{FF2B5EF4-FFF2-40B4-BE49-F238E27FC236}">
                <a16:creationId xmlns:a16="http://schemas.microsoft.com/office/drawing/2014/main" id="{E7C34D0D-B93D-38DB-C6DC-AEE12737B597}"/>
              </a:ext>
            </a:extLst>
          </p:cNvPr>
          <p:cNvSpPr/>
          <p:nvPr/>
        </p:nvSpPr>
        <p:spPr>
          <a:xfrm>
            <a:off x="8304138" y="3885581"/>
            <a:ext cx="1277849" cy="1179198"/>
          </a:xfrm>
          <a:prstGeom prst="cube">
            <a:avLst>
              <a:gd name="adj" fmla="val 28710"/>
            </a:avLst>
          </a:prstGeom>
          <a:solidFill>
            <a:srgbClr val="AFD3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52686AB0-1D93-FF61-CAEB-5C0EC4DFE6FC}"/>
              </a:ext>
            </a:extLst>
          </p:cNvPr>
          <p:cNvGrpSpPr/>
          <p:nvPr/>
        </p:nvGrpSpPr>
        <p:grpSpPr>
          <a:xfrm>
            <a:off x="405942" y="91322"/>
            <a:ext cx="11536517" cy="6545965"/>
            <a:chOff x="405942" y="91322"/>
            <a:chExt cx="11536517" cy="6545965"/>
          </a:xfrm>
        </p:grpSpPr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3D8EB150-0368-5112-D3EC-B47950DAF2F9}"/>
                </a:ext>
              </a:extLst>
            </p:cNvPr>
            <p:cNvGrpSpPr/>
            <p:nvPr/>
          </p:nvGrpSpPr>
          <p:grpSpPr>
            <a:xfrm>
              <a:off x="405942" y="91322"/>
              <a:ext cx="11536517" cy="6545965"/>
              <a:chOff x="405942" y="91322"/>
              <a:chExt cx="11536517" cy="6545965"/>
            </a:xfrm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2CF0AA7B-35A8-4DE6-F0D3-08D57BA46E9E}"/>
                  </a:ext>
                </a:extLst>
              </p:cNvPr>
              <p:cNvGrpSpPr/>
              <p:nvPr/>
            </p:nvGrpSpPr>
            <p:grpSpPr>
              <a:xfrm>
                <a:off x="405942" y="91322"/>
                <a:ext cx="11536517" cy="5799235"/>
                <a:chOff x="566861" y="91321"/>
                <a:chExt cx="11536517" cy="5799235"/>
              </a:xfrm>
            </p:grpSpPr>
            <p:graphicFrame>
              <p:nvGraphicFramePr>
                <p:cNvPr id="7" name="图表 6">
                  <a:extLst>
                    <a:ext uri="{FF2B5EF4-FFF2-40B4-BE49-F238E27FC236}">
                      <a16:creationId xmlns:a16="http://schemas.microsoft.com/office/drawing/2014/main" id="{25F3F24D-52B4-5680-0B12-683969312CD3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3713433940"/>
                    </p:ext>
                  </p:extLst>
                </p:nvPr>
              </p:nvGraphicFramePr>
              <p:xfrm>
                <a:off x="4607602" y="91321"/>
                <a:ext cx="7495776" cy="3224231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DAB04DD3-19CD-E3B1-3365-891BB1B76D03}"/>
                    </a:ext>
                  </a:extLst>
                </p:cNvPr>
                <p:cNvSpPr/>
                <p:nvPr/>
              </p:nvSpPr>
              <p:spPr>
                <a:xfrm>
                  <a:off x="566861" y="4444006"/>
                  <a:ext cx="4657044" cy="1446550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>
                  <a:spAutoFit/>
                </a:bodyPr>
                <a:lstStyle/>
                <a:p>
                  <a:r>
                    <a:rPr lang="en-US" altLang="zh-CN" sz="4400" b="1" dirty="0"/>
                    <a:t>Communication</a:t>
                  </a:r>
                </a:p>
                <a:p>
                  <a:r>
                    <a:rPr lang="en-US" altLang="zh-CN" sz="4400" b="1" dirty="0"/>
                    <a:t>&amp;Hardware Layer</a:t>
                  </a:r>
                  <a:endParaRPr lang="zh-CN" altLang="en-US" sz="4400" b="1" dirty="0"/>
                </a:p>
              </p:txBody>
            </p:sp>
            <p:sp>
              <p:nvSpPr>
                <p:cNvPr id="27" name="立方体 26">
                  <a:extLst>
                    <a:ext uri="{FF2B5EF4-FFF2-40B4-BE49-F238E27FC236}">
                      <a16:creationId xmlns:a16="http://schemas.microsoft.com/office/drawing/2014/main" id="{C9C28197-61DC-18A5-83C6-9A1A1EEF4531}"/>
                    </a:ext>
                  </a:extLst>
                </p:cNvPr>
                <p:cNvSpPr/>
                <p:nvPr/>
              </p:nvSpPr>
              <p:spPr>
                <a:xfrm>
                  <a:off x="6857035" y="3896017"/>
                  <a:ext cx="1277849" cy="1179198"/>
                </a:xfrm>
                <a:prstGeom prst="cube">
                  <a:avLst>
                    <a:gd name="adj" fmla="val 28710"/>
                  </a:avLst>
                </a:prstGeom>
                <a:solidFill>
                  <a:srgbClr val="99B9A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C0FFA29B-0DA6-63CF-5270-3074A2D0355F}"/>
                    </a:ext>
                  </a:extLst>
                </p:cNvPr>
                <p:cNvSpPr/>
                <p:nvPr/>
              </p:nvSpPr>
              <p:spPr>
                <a:xfrm>
                  <a:off x="5612487" y="4989140"/>
                  <a:ext cx="911524" cy="461665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spAutoFit/>
                </a:bodyPr>
                <a:lstStyle/>
                <a:p>
                  <a:pPr algn="ctr"/>
                  <a:endParaRPr lang="zh-CN" altLang="en-US" sz="2400" b="1" cap="none" spc="0" dirty="0">
                    <a:ln w="10160">
                      <a:solidFill>
                        <a:schemeClr val="accent5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38100" dist="22860" dir="5400000" algn="tl" rotWithShape="0">
                        <a:srgbClr val="000000">
                          <a:alpha val="30000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92" name="立方体 91">
                <a:extLst>
                  <a:ext uri="{FF2B5EF4-FFF2-40B4-BE49-F238E27FC236}">
                    <a16:creationId xmlns:a16="http://schemas.microsoft.com/office/drawing/2014/main" id="{10DB5A51-59B3-184B-0550-04256BB0D2FE}"/>
                  </a:ext>
                </a:extLst>
              </p:cNvPr>
              <p:cNvSpPr/>
              <p:nvPr/>
            </p:nvSpPr>
            <p:spPr>
              <a:xfrm>
                <a:off x="9276052" y="5450265"/>
                <a:ext cx="1277849" cy="1179198"/>
              </a:xfrm>
              <a:prstGeom prst="cube">
                <a:avLst>
                  <a:gd name="adj" fmla="val 28710"/>
                </a:avLst>
              </a:prstGeom>
              <a:solidFill>
                <a:srgbClr val="C3D5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4" name="立方体 93">
                <a:extLst>
                  <a:ext uri="{FF2B5EF4-FFF2-40B4-BE49-F238E27FC236}">
                    <a16:creationId xmlns:a16="http://schemas.microsoft.com/office/drawing/2014/main" id="{D9B5089C-90F2-3FEE-81E8-A98197FFCF48}"/>
                  </a:ext>
                </a:extLst>
              </p:cNvPr>
              <p:cNvSpPr/>
              <p:nvPr/>
            </p:nvSpPr>
            <p:spPr>
              <a:xfrm>
                <a:off x="5870017" y="5417384"/>
                <a:ext cx="1277849" cy="1179198"/>
              </a:xfrm>
              <a:prstGeom prst="cube">
                <a:avLst>
                  <a:gd name="adj" fmla="val 28710"/>
                </a:avLst>
              </a:prstGeom>
              <a:solidFill>
                <a:srgbClr val="80A39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5" name="立方体 94">
                <a:extLst>
                  <a:ext uri="{FF2B5EF4-FFF2-40B4-BE49-F238E27FC236}">
                    <a16:creationId xmlns:a16="http://schemas.microsoft.com/office/drawing/2014/main" id="{F844D37F-1BD0-89B2-66F3-E627262C728C}"/>
                  </a:ext>
                </a:extLst>
              </p:cNvPr>
              <p:cNvSpPr/>
              <p:nvPr/>
            </p:nvSpPr>
            <p:spPr>
              <a:xfrm>
                <a:off x="7631802" y="5458089"/>
                <a:ext cx="1277849" cy="1179198"/>
              </a:xfrm>
              <a:prstGeom prst="cube">
                <a:avLst>
                  <a:gd name="adj" fmla="val 28710"/>
                </a:avLst>
              </a:prstGeom>
              <a:solidFill>
                <a:srgbClr val="5C9F9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00" name="直接箭头连接符 99">
                <a:extLst>
                  <a:ext uri="{FF2B5EF4-FFF2-40B4-BE49-F238E27FC236}">
                    <a16:creationId xmlns:a16="http://schemas.microsoft.com/office/drawing/2014/main" id="{ADFDAD47-4442-7567-26E4-4E9AF217C7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35653" y="1790379"/>
                <a:ext cx="7251" cy="3949594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箭头连接符 103">
                <a:extLst>
                  <a:ext uri="{FF2B5EF4-FFF2-40B4-BE49-F238E27FC236}">
                    <a16:creationId xmlns:a16="http://schemas.microsoft.com/office/drawing/2014/main" id="{C710EDEB-77F9-6A83-6F8A-767B8989D6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76967" y="899466"/>
                <a:ext cx="6985" cy="311885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箭头连接符 104">
                <a:extLst>
                  <a:ext uri="{FF2B5EF4-FFF2-40B4-BE49-F238E27FC236}">
                    <a16:creationId xmlns:a16="http://schemas.microsoft.com/office/drawing/2014/main" id="{8B6DA933-7318-4D6A-6453-F775B4FCB0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3170" y="868296"/>
                <a:ext cx="0" cy="318119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箭头连接符 105">
                <a:extLst>
                  <a:ext uri="{FF2B5EF4-FFF2-40B4-BE49-F238E27FC236}">
                    <a16:creationId xmlns:a16="http://schemas.microsoft.com/office/drawing/2014/main" id="{FD5368F1-7BD8-FDF7-60D6-0B9BCAB05D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28388" y="1453713"/>
                <a:ext cx="0" cy="4289343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箭头连接符 106">
                <a:extLst>
                  <a:ext uri="{FF2B5EF4-FFF2-40B4-BE49-F238E27FC236}">
                    <a16:creationId xmlns:a16="http://schemas.microsoft.com/office/drawing/2014/main" id="{CA174B54-C72C-8914-DA53-DE22BFCC12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67971" y="1790379"/>
                <a:ext cx="26600" cy="3949593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A72E66D7-7805-1760-87C0-D6E450AF63A6}"/>
                  </a:ext>
                </a:extLst>
              </p:cNvPr>
              <p:cNvSpPr txBox="1"/>
              <p:nvPr/>
            </p:nvSpPr>
            <p:spPr>
              <a:xfrm>
                <a:off x="439924" y="1068993"/>
                <a:ext cx="457252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b="1" dirty="0"/>
                  <a:t>Software Layer</a:t>
                </a:r>
                <a:endParaRPr lang="zh-CN" altLang="en-US" sz="4400" b="1" dirty="0"/>
              </a:p>
            </p:txBody>
          </p:sp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FCA31632-A28A-EA33-315A-CC69C8949202}"/>
                  </a:ext>
                </a:extLst>
              </p:cNvPr>
              <p:cNvSpPr txBox="1"/>
              <p:nvPr/>
            </p:nvSpPr>
            <p:spPr>
              <a:xfrm>
                <a:off x="6602789" y="452790"/>
                <a:ext cx="13367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/>
                  <a:t>Locating</a:t>
                </a:r>
                <a:endParaRPr lang="zh-CN" altLang="en-US" sz="2000" b="1" dirty="0"/>
              </a:p>
            </p:txBody>
          </p:sp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E8C269B4-A490-A5A3-8854-06EEAF3ACF8C}"/>
                  </a:ext>
                </a:extLst>
              </p:cNvPr>
              <p:cNvSpPr txBox="1"/>
              <p:nvPr/>
            </p:nvSpPr>
            <p:spPr>
              <a:xfrm>
                <a:off x="8353784" y="430682"/>
                <a:ext cx="26651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/>
                  <a:t>Online Downloading</a:t>
                </a:r>
                <a:endParaRPr lang="zh-CN" altLang="en-US" sz="2000" b="1" dirty="0"/>
              </a:p>
            </p:txBody>
          </p:sp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487BCDFB-BEDB-E9D2-9CDE-0780FEEB6E94}"/>
                  </a:ext>
                </a:extLst>
              </p:cNvPr>
              <p:cNvSpPr txBox="1"/>
              <p:nvPr/>
            </p:nvSpPr>
            <p:spPr>
              <a:xfrm>
                <a:off x="5303174" y="1453713"/>
                <a:ext cx="22507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/>
                  <a:t>Page Rendering</a:t>
                </a:r>
                <a:endParaRPr lang="zh-CN" altLang="en-US" sz="2000" b="1" dirty="0"/>
              </a:p>
            </p:txBody>
          </p:sp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B9F01AF5-341B-D4EB-D057-A4725F666486}"/>
                  </a:ext>
                </a:extLst>
              </p:cNvPr>
              <p:cNvSpPr txBox="1"/>
              <p:nvPr/>
            </p:nvSpPr>
            <p:spPr>
              <a:xfrm>
                <a:off x="8096063" y="1861308"/>
                <a:ext cx="164159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/>
                  <a:t>Recording</a:t>
                </a:r>
                <a:endParaRPr lang="zh-CN" altLang="en-US" sz="2000" b="1" dirty="0"/>
              </a:p>
            </p:txBody>
          </p:sp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709200F4-D03F-BC97-5CEA-7AB8B5B906B5}"/>
                  </a:ext>
                </a:extLst>
              </p:cNvPr>
              <p:cNvSpPr txBox="1"/>
              <p:nvPr/>
            </p:nvSpPr>
            <p:spPr>
              <a:xfrm>
                <a:off x="9416676" y="1149302"/>
                <a:ext cx="18353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/>
                  <a:t>others</a:t>
                </a:r>
                <a:endParaRPr lang="zh-CN" altLang="en-US" sz="2000" b="1" dirty="0"/>
              </a:p>
            </p:txBody>
          </p:sp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E0A091EF-E028-2D40-EBE8-549850E9EFBB}"/>
                  </a:ext>
                </a:extLst>
              </p:cNvPr>
              <p:cNvSpPr txBox="1"/>
              <p:nvPr/>
            </p:nvSpPr>
            <p:spPr>
              <a:xfrm>
                <a:off x="6831666" y="4400125"/>
                <a:ext cx="93630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/>
                  <a:t>GPS</a:t>
                </a:r>
                <a:endParaRPr lang="zh-CN" altLang="en-US" sz="2000" b="1" dirty="0"/>
              </a:p>
            </p:txBody>
          </p:sp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6719BF67-EB09-6990-CFBD-011A9F44A3D7}"/>
                  </a:ext>
                </a:extLst>
              </p:cNvPr>
              <p:cNvSpPr txBox="1"/>
              <p:nvPr/>
            </p:nvSpPr>
            <p:spPr>
              <a:xfrm>
                <a:off x="8451742" y="4339455"/>
                <a:ext cx="18825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/>
                  <a:t>Wi-Fi</a:t>
                </a:r>
                <a:endParaRPr lang="zh-CN" altLang="en-US" sz="2000" b="1" dirty="0"/>
              </a:p>
            </p:txBody>
          </p:sp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37697214-5111-DEAA-2CD6-824A960CDE61}"/>
                  </a:ext>
                </a:extLst>
              </p:cNvPr>
              <p:cNvSpPr txBox="1"/>
              <p:nvPr/>
            </p:nvSpPr>
            <p:spPr>
              <a:xfrm>
                <a:off x="5738307" y="5882086"/>
                <a:ext cx="159469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/>
                  <a:t>Processor</a:t>
                </a:r>
                <a:endParaRPr lang="zh-CN" altLang="en-US" sz="2000" b="1" dirty="0"/>
              </a:p>
            </p:txBody>
          </p:sp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ACA0D9DB-6790-17CB-AEA5-B1779CDBECD6}"/>
                  </a:ext>
                </a:extLst>
              </p:cNvPr>
              <p:cNvSpPr txBox="1"/>
              <p:nvPr/>
            </p:nvSpPr>
            <p:spPr>
              <a:xfrm>
                <a:off x="7631802" y="5910512"/>
                <a:ext cx="14718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/>
                  <a:t>Sensors</a:t>
                </a:r>
                <a:endParaRPr lang="zh-CN" altLang="en-US" sz="2000" b="1" dirty="0"/>
              </a:p>
            </p:txBody>
          </p:sp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D62E96BE-D0E8-347A-0800-7ED7BA2140B1}"/>
                  </a:ext>
                </a:extLst>
              </p:cNvPr>
              <p:cNvSpPr txBox="1"/>
              <p:nvPr/>
            </p:nvSpPr>
            <p:spPr>
              <a:xfrm>
                <a:off x="9054545" y="5899538"/>
                <a:ext cx="23291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/>
                  <a:t>Other</a:t>
                </a:r>
                <a:r>
                  <a:rPr lang="en-US" altLang="zh-CN" dirty="0"/>
                  <a:t> </a:t>
                </a:r>
                <a:r>
                  <a:rPr lang="en-US" altLang="zh-CN" sz="2000" b="1" dirty="0"/>
                  <a:t>Modules</a:t>
                </a:r>
                <a:endParaRPr lang="zh-CN" altLang="en-US" sz="2000" b="1" dirty="0"/>
              </a:p>
            </p:txBody>
          </p:sp>
        </p:grpSp>
        <p:pic>
          <p:nvPicPr>
            <p:cNvPr id="141" name="图形 140">
              <a:extLst>
                <a:ext uri="{FF2B5EF4-FFF2-40B4-BE49-F238E27FC236}">
                  <a16:creationId xmlns:a16="http://schemas.microsoft.com/office/drawing/2014/main" id="{D5E59611-D1A5-D2E4-4ED9-74A545CF899C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863415" y="2422861"/>
              <a:ext cx="3190153" cy="125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34162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1-暗红">
    <a:dk1>
      <a:sysClr val="windowText" lastClr="000000"/>
    </a:dk1>
    <a:lt1>
      <a:sysClr val="window" lastClr="FFFFFF"/>
    </a:lt1>
    <a:dk2>
      <a:srgbClr val="000000"/>
    </a:dk2>
    <a:lt2>
      <a:srgbClr val="FFFFFF"/>
    </a:lt2>
    <a:accent1>
      <a:srgbClr val="1F306E"/>
    </a:accent1>
    <a:accent2>
      <a:srgbClr val="553772"/>
    </a:accent2>
    <a:accent3>
      <a:srgbClr val="8F3B76"/>
    </a:accent3>
    <a:accent4>
      <a:srgbClr val="C7417B"/>
    </a:accent4>
    <a:accent5>
      <a:srgbClr val="F5487F"/>
    </a:accent5>
    <a:accent6>
      <a:srgbClr val="7F7F7F"/>
    </a:accent6>
    <a:hlink>
      <a:srgbClr val="467886"/>
    </a:hlink>
    <a:folHlink>
      <a:srgbClr val="96607D"/>
    </a:folHlink>
  </a:clrScheme>
  <a:fontScheme name="自定义 2">
    <a:majorFont>
      <a:latin typeface="Arial"/>
      <a:ea typeface="微软雅黑"/>
      <a:cs typeface=""/>
    </a:majorFont>
    <a:minorFont>
      <a:latin typeface="Arial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19</Words>
  <Application>Microsoft Office PowerPoint</Application>
  <PresentationFormat>宽屏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渝曼 张</dc:creator>
  <cp:lastModifiedBy>渝曼 张</cp:lastModifiedBy>
  <cp:revision>2</cp:revision>
  <dcterms:created xsi:type="dcterms:W3CDTF">2026-02-01T09:05:15Z</dcterms:created>
  <dcterms:modified xsi:type="dcterms:W3CDTF">2026-02-01T15:49:14Z</dcterms:modified>
</cp:coreProperties>
</file>